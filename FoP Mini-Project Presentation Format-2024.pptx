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PT Sans Narrow" charset="0"/>
      <p:regular r:id="rId14"/>
      <p:bold r:id="rId15"/>
    </p:embeddedFont>
    <p:embeddedFont>
      <p:font typeface="Open Sans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6AB36B5-FDD1-49DB-954E-CDDC2A254018}">
  <a:tblStyle styleId="{26AB36B5-FDD1-49DB-954E-CDDC2A254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-846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6163a43d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6163a43d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6163a43d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16163a43d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6163a43d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16163a43d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6163a43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16163a43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6163a43d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16163a43d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6163a43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6163a43d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6163a43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16163a43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6163a43d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6163a43d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6163a43d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6163a43d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6163a43d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6163a43d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Mini Project Title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(Batch-Group Number [E.g. E2-4])</a:t>
            </a:r>
            <a:endParaRPr sz="180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50"/>
            <a:ext cx="2434800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:Team Members:</a:t>
            </a:r>
            <a:endParaRPr sz="15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Member1 Name(Roll No)</a:t>
            </a:r>
            <a:endParaRPr sz="15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Member2 Name(Roll No)</a:t>
            </a:r>
            <a:endParaRPr sz="15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Member3 Name(Roll No)</a:t>
            </a:r>
            <a:endParaRPr sz="15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Member4 Name(Roll No)</a:t>
            </a:r>
            <a:endParaRPr sz="15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Member5 Name(Roll No)</a:t>
            </a:r>
            <a:endParaRPr sz="150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705025" y="2850050"/>
            <a:ext cx="2434800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:Guided By:</a:t>
            </a:r>
            <a:endParaRPr sz="16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Faculty Name</a:t>
            </a:r>
            <a:endParaRPr sz="160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775" y="58450"/>
            <a:ext cx="2774523" cy="85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199150" y="1180575"/>
            <a:ext cx="84747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0070C0"/>
                </a:solidFill>
              </a:rPr>
              <a:t>Foundations </a:t>
            </a:r>
            <a:r>
              <a:rPr lang="en-IN" sz="2400" b="1" dirty="0" smtClean="0">
                <a:solidFill>
                  <a:srgbClr val="0070C0"/>
                </a:solidFill>
              </a:rPr>
              <a:t>of Programming-CSE10010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 smtClean="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Mini Project Presentation 2025-26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and Motivation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 and Objectives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Contribution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of Literature Survey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and Software Requirements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 and Experimental Setup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and Conclusions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Objectives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</a:t>
            </a:r>
            <a:endParaRPr/>
          </a:p>
        </p:txBody>
      </p:sp>
      <p:graphicFrame>
        <p:nvGraphicFramePr>
          <p:cNvPr id="94" name="Google Shape;94;p17"/>
          <p:cNvGraphicFramePr/>
          <p:nvPr/>
        </p:nvGraphicFramePr>
        <p:xfrm>
          <a:off x="952500" y="1619250"/>
          <a:ext cx="7239000" cy="240777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Work</a:t>
                      </a:r>
                      <a:endParaRPr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(Report/Presentation/Algorithm Design/Implementation) </a:t>
                      </a:r>
                      <a:endParaRPr b="1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Literature Survey</a:t>
            </a:r>
            <a:endParaRPr/>
          </a:p>
        </p:txBody>
      </p:sp>
      <p:graphicFrame>
        <p:nvGraphicFramePr>
          <p:cNvPr id="100" name="Google Shape;100;p18"/>
          <p:cNvGraphicFramePr/>
          <p:nvPr/>
        </p:nvGraphicFramePr>
        <p:xfrm>
          <a:off x="952500" y="2000250"/>
          <a:ext cx="7879800" cy="161535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1969950"/>
                <a:gridCol w="1969950"/>
                <a:gridCol w="1969950"/>
                <a:gridCol w="1969950"/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Paper Ref.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(as per order of references)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Title of Paper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 Used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is it useful for your project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Ref[1]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Some Title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Some Method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Ref[2]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System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Detailed Description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463735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Flowchart/ System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and Software Requirements</a:t>
            </a:r>
            <a:endParaRPr/>
          </a:p>
        </p:txBody>
      </p:sp>
      <p:graphicFrame>
        <p:nvGraphicFramePr>
          <p:cNvPr id="113" name="Google Shape;113;p20"/>
          <p:cNvGraphicFramePr/>
          <p:nvPr/>
        </p:nvGraphicFramePr>
        <p:xfrm>
          <a:off x="894075" y="1297825"/>
          <a:ext cx="7239000" cy="277347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Hardware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Model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Justification w.r.t project</a:t>
                      </a:r>
                      <a:endParaRPr b="1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Software</a:t>
                      </a:r>
                      <a:endParaRPr b="1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Justification w.r.t project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Experimental Setup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Conclusion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Ref[1]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Ref[2]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</Words>
  <PresentationFormat>On-screen Show (16:9)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PT Sans Narrow</vt:lpstr>
      <vt:lpstr>Open Sans</vt:lpstr>
      <vt:lpstr>Tropic</vt:lpstr>
      <vt:lpstr>Mini Project Title  (Batch-Group Number [E.g. E2-4])</vt:lpstr>
      <vt:lpstr>Content</vt:lpstr>
      <vt:lpstr>Introduction and Motivation</vt:lpstr>
      <vt:lpstr>Problem Statement and Objectives</vt:lpstr>
      <vt:lpstr>Individual Contribution</vt:lpstr>
      <vt:lpstr>Summary of Literature Survey</vt:lpstr>
      <vt:lpstr>Proposed System</vt:lpstr>
      <vt:lpstr>Hardware and Software Requirements</vt:lpstr>
      <vt:lpstr>Implementation and Experimental Setup</vt:lpstr>
      <vt:lpstr>Results and Conclusion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Title  (Batch-Group Number [E.g. E2-4])</dc:title>
  <cp:lastModifiedBy>dell</cp:lastModifiedBy>
  <cp:revision>2</cp:revision>
  <dcterms:modified xsi:type="dcterms:W3CDTF">2026-02-17T06:49:58Z</dcterms:modified>
</cp:coreProperties>
</file>